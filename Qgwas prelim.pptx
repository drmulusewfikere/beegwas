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60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4649-9CB4-CCF4-478C-076A5FD05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FC44C-1755-BA41-3E70-2D3ACA102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493C-47BF-7F90-0124-A7743979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AFCE3-05D1-67A6-8882-3DFB2680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7ACAA-321B-12FD-AE3A-2385BD61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86EE-5CE3-7094-3A0C-C1185AE4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4CD2-26BF-61E0-1624-251884237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D774-6365-11EF-37C4-432AD5B9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6B70-2E1E-B73A-F167-A32B7754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D7873-BA1B-DF09-E848-20A62E25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4B0D-62E6-8599-B1D0-90072A99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71810-01D4-A191-70C1-2B03CFC02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C5CD1-97C2-48EA-2A1D-9306716FC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8B5CF-0270-FC18-2BF1-D4FFD66C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1AF51-C547-DA41-D4E8-4BCA6EB9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7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E7DF-8828-7126-C074-544959FA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9928-816D-0656-1C67-BD7722FBB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9F061-FA2C-CA68-598E-DF384C5F2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B9CE-84A3-7AE1-78FE-FA494B09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A5361-A975-AFA3-1800-FA9B7A9E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56E71-1F4B-69DC-1FD9-B7AC6C7B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6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47CC-1FFD-FB30-4D13-8CA4F600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8D94D-DF83-4AA6-8C8E-6AE332ECB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8220A-E563-55F7-DFE0-7B4B4356B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150E2-7A19-BAE7-79A8-837C84476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8B51-BE42-1788-A72E-07601C468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64CD1B-65B1-1EE6-FAE3-C2FC25A8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ADAFA-C16F-BA7B-DC62-03316808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FE017-7273-E748-44F6-1B1F0EB8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8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D509-659D-A2C3-9A2D-2723DDF9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DC124-A3EE-BB6B-239A-513D36DF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BA7B5-18F1-0210-7FEC-5B1EF16B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DFFFE-CD0C-035C-B56F-684F630F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2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0E464-38D0-37B5-3FAF-F5FE7BA3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616E9-8E25-BD70-5B6B-CC64360D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2F0D5-5C99-1452-2ECB-70E2C4AC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4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4B3B-96BE-2F07-45BA-2DB80D43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9309-DC23-6155-65D7-10E807C00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232E3-A10E-AD98-3421-A2A071691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DD682-8161-6B0B-7152-C2013630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6625C-7EFF-1D63-6D39-85D31E07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84FD8-076E-1BE8-7F48-F59B168E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4A1C-EA30-365B-515C-88FDC6A8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25F9C4-0046-A557-DF9F-28AE1E6DE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C97A2-B171-B96C-E963-5EA349B7E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D5E4F-7754-58F3-D219-983F31D0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C8522-1EAC-26F4-05E4-47086D1D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6007B-8C05-FAF4-FEFB-34198F04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9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E7C4-493B-7863-AC6C-8FCEA598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6228F-6BAB-F8F8-F52C-14EBB394B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D7677-A8D3-42F8-C50D-24E5A2F7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9999B-7407-D7B2-82DB-3B98387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FC13B-4D9C-385E-FEB9-AAB8338A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EC2FA-CA80-AE15-B4BF-232DF03DA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607A8-2991-BD42-0DC1-1B13440FE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67D35-E25B-7BD5-0648-1E61528B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9D32-8D00-E3F5-B684-ED037F3B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E42A9-1A64-7DB2-7292-325EBAF5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4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0975BA-A327-F90E-99C8-B7B66E25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0E4A6-C9C2-9316-0CC6-68C48754D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852E7-C1D1-251A-7F99-965204B70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9B404-5B82-8B4D-9F30-F347ADA393D7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908F7-C17D-63EE-3AC4-537EA4AE4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5A13C-37B6-6A56-3D0D-D9EA5074F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B4AD2-1870-6644-A6B1-D6AA55C4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029E-1202-7561-1737-E9D09E06A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9FC61-F85C-1536-AA08-75297EB23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7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12073-FF20-9651-C465-1136C043A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65"/>
          <a:stretch/>
        </p:blipFill>
        <p:spPr>
          <a:xfrm>
            <a:off x="851338" y="105759"/>
            <a:ext cx="4946578" cy="3783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D6CBBF-A29D-0683-9F20-94C8AA8A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341" y="608725"/>
            <a:ext cx="6193659" cy="35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6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Mulusew Fikere Ali</dc:creator>
  <cp:lastModifiedBy>Mulusew Fikere Ali</cp:lastModifiedBy>
  <cp:revision>1</cp:revision>
  <dcterms:created xsi:type="dcterms:W3CDTF">2024-12-09T14:58:29Z</dcterms:created>
  <dcterms:modified xsi:type="dcterms:W3CDTF">2024-12-09T14:58:56Z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2024-12-09T14:58:56Z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3a6362ac-f2b0-4d01-baa5-4981229c1766</vt:lpwstr>
  </property>
  <property fmtid="{D5CDD505-2E9C-101B-9397-08002B2CF9AE}" pid="8" name="MSIP_Label_4044bd30-2ed7-4c9d-9d12-46200872a97b_ContentBits">
    <vt:lpwstr>0</vt:lpwstr>
  </property>
</Properties>
</file>